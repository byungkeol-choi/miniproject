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브런치 카페 키오스크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팀장 최병걸 · 팀원 유재혁 · 정소희 · 이기문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Spring Boot 4.0.3 · Supabase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개요 · 환경 · DB · 구조 · 키오스크 · 관리자 · 분장 · Git · 시연 · AAR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키오스크 주문·결제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관리자 운영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FOOD/DRINK 메뉴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Java 21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Spring Boot · Security · JPA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Thymeleaf · JS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PostgreSQL / Supabase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member, menu, orders, order_item, coupon, admin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브랜치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main → dev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menu/order/member/admin 각 2 ~ 4.1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http://localhost:8080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5EB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GitHub Issues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키오스크</dc:title>
  <dc:subject>PptxGenJS Presentation</dc:subject>
  <dc:creator>PptxGenJS</dc:creator>
  <cp:lastModifiedBy>PptxGenJS</cp:lastModifiedBy>
  <cp:revision>1</cp:revision>
  <dcterms:created xsi:type="dcterms:W3CDTF">2026-04-08T01:15:50Z</dcterms:created>
  <dcterms:modified xsi:type="dcterms:W3CDTF">2026-04-08T01:15:50Z</dcterms:modified>
</cp:coreProperties>
</file>